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88" r:id="rId4"/>
    <p:sldId id="28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-821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5838"/>
            <a:ext cx="10362895" cy="6555641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06B6D4"/>
                </a:solidFill>
                <a:latin typeface="Times New Roman"/>
              </a:defRPr>
            </a:pPr>
            <a:r>
              <a:rPr sz="10000"/>
              <a:t>VIGILCORE</a:t>
            </a:r>
          </a:p>
          <a:p>
            <a:pPr algn="ctr">
              <a:lnSpc>
                <a:spcPct val="150000"/>
              </a:lnSpc>
              <a:spcBef>
                <a:spcPts val="2000"/>
              </a:spcBef>
              <a:defRPr sz="1600" b="1">
                <a:solidFill>
                  <a:srgbClr val="F8FAFC"/>
                </a:solidFill>
                <a:latin typeface="Times New Roman"/>
              </a:defRPr>
            </a:pPr>
            <a:r>
              <a:t>Unified Memory &amp; Network Forensic Orchestration Platform</a:t>
            </a:r>
          </a:p>
          <a:p>
            <a:pPr algn="ctr">
              <a:lnSpc>
                <a:spcPct val="150000"/>
              </a:lnSpc>
              <a:spcBef>
                <a:spcPts val="4000"/>
              </a:spcBef>
              <a:defRPr sz="1200">
                <a:solidFill>
                  <a:srgbClr val="94A3B8"/>
                </a:solidFill>
                <a:latin typeface="Times New Roman"/>
              </a:defRPr>
            </a:pPr>
            <a:endParaRPr lang="en-US" dirty="0" smtClean="0"/>
          </a:p>
          <a:p>
            <a:pPr algn="ctr">
              <a:lnSpc>
                <a:spcPct val="150000"/>
              </a:lnSpc>
              <a:spcBef>
                <a:spcPts val="4000"/>
              </a:spcBef>
              <a:defRPr sz="1200">
                <a:solidFill>
                  <a:srgbClr val="94A3B8"/>
                </a:solidFill>
                <a:latin typeface="Times New Roman"/>
              </a:defRPr>
            </a:pPr>
            <a:endParaRPr lang="en-US" dirty="0" smtClean="0"/>
          </a:p>
          <a:p>
            <a:pPr algn="ctr">
              <a:lnSpc>
                <a:spcPct val="150000"/>
              </a:lnSpc>
              <a:spcBef>
                <a:spcPts val="4000"/>
              </a:spcBef>
              <a:defRPr sz="1200">
                <a:solidFill>
                  <a:srgbClr val="94A3B8"/>
                </a:solidFill>
                <a:latin typeface="Times New Roman"/>
              </a:defRPr>
            </a:pPr>
            <a:endParaRPr lang="en-US" dirty="0" smtClean="0"/>
          </a:p>
          <a:p>
            <a:pPr algn="ctr">
              <a:lnSpc>
                <a:spcPct val="150000"/>
              </a:lnSpc>
              <a:spcBef>
                <a:spcPts val="4000"/>
              </a:spcBef>
              <a:defRPr sz="1200">
                <a:solidFill>
                  <a:srgbClr val="94A3B8"/>
                </a:solidFill>
                <a:latin typeface="Times New Roman"/>
              </a:defRPr>
            </a:pPr>
            <a:r>
              <a:rPr smtClean="0"/>
              <a:t>Team </a:t>
            </a:r>
            <a:r>
              <a:t>Members: </a:t>
            </a:r>
            <a:r>
              <a:rPr/>
              <a:t>Arnab </a:t>
            </a:r>
            <a:r>
              <a:rPr smtClean="0"/>
              <a:t>(</a:t>
            </a:r>
            <a:r>
              <a:rPr lang="en-US" dirty="0" smtClean="0"/>
              <a:t>l</a:t>
            </a:r>
            <a:r>
              <a:rPr smtClean="0"/>
              <a:t>ead</a:t>
            </a:r>
            <a:r>
              <a:t>), Karan, Ankita, Cibin (Lead), Chetti Priyanka, Aditi</a:t>
            </a:r>
            <a:r>
              <a:rPr/>
              <a:t/>
            </a:r>
            <a:br>
              <a:rPr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Times New Roman"/>
              </a:defRPr>
            </a:pPr>
            <a:r>
              <a:t>Flowchart: User Interface (UI)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09728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1. Login Page (JWT Auth)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15000" y="192024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237744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2. General Dashboard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15000" y="320040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3A. Malware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65760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3B. Network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65760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3C. Settings &amp; Profile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448056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493776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4. Combined Overview Dashboard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5000" y="576072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621792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5. SQLite Scan History DB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Times New Roman"/>
              </a:defRPr>
            </a:pPr>
            <a:r>
              <a:t>Flowchart: Malware Forensics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09728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Raw Memory Dump (.mem/.raw)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15000" y="192024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237744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Phase 1: Dump Validator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15000" y="320040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365760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Phase 2: Region Scanner (Entropy)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15000" y="448056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493776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Phase 3: Payload Extractor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576072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621792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Phase 4 &amp; 5: IOC Extraction &amp; Reporting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Times New Roman"/>
              </a:defRPr>
            </a:pPr>
            <a:r>
              <a:t>Flowchart: Network Forensics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Upload PCAP File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663440" y="1508760"/>
            <a:ext cx="457200" cy="457200"/>
          </a:xfrm>
          <a:prstGeom prst="right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12080" y="137160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Backup to MinIO Storage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200400" y="219456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Celery Background Job Queue</a:t>
            </a:r>
          </a:p>
        </p:txBody>
      </p:sp>
      <p:sp>
        <p:nvSpPr>
          <p:cNvPr id="8" name="Down Arrow 7"/>
          <p:cNvSpPr/>
          <p:nvPr/>
        </p:nvSpPr>
        <p:spPr>
          <a:xfrm>
            <a:off x="3200400" y="347472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28800" y="393192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Packet Factory Extraction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63440" y="4069080"/>
            <a:ext cx="457200" cy="457200"/>
          </a:xfrm>
          <a:prstGeom prst="right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12080" y="393192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Correlation &amp; Analytics Engine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583680" y="4754880"/>
            <a:ext cx="457200" cy="365760"/>
          </a:xfrm>
          <a:prstGeom prst="downArrow">
            <a:avLst/>
          </a:prstGeom>
          <a:solidFill>
            <a:srgbClr val="F8FAF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12080" y="5212080"/>
            <a:ext cx="2743200" cy="731520"/>
          </a:xfrm>
          <a:prstGeom prst="roundRect">
            <a:avLst/>
          </a:prstGeom>
          <a:solidFill>
            <a:srgbClr val="06B6D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FAFC"/>
                </a:solidFill>
                <a:latin typeface="Times New Roman"/>
              </a:defRPr>
            </a:pPr>
            <a:r>
              <a:t>Attack Story &amp; Host Profiling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140</Words>
  <Application>Microsoft Macintosh PowerPoint</Application>
  <PresentationFormat>Custom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dc:description>generated using python-pptx</dc:description>
  <cp:lastModifiedBy>hp</cp:lastModifiedBy>
  <cp:revision>5</cp:revision>
  <dcterms:created xsi:type="dcterms:W3CDTF">2013-01-27T09:14:16Z</dcterms:created>
  <dcterms:modified xsi:type="dcterms:W3CDTF">2026-05-26T07:45:20Z</dcterms:modified>
</cp:coreProperties>
</file>